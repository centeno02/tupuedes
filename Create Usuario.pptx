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6D3C1-AD1B-471E-A28F-89544C1F400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4FDDE86-59D7-426E-BE6D-7DD15210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2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6D3C1-AD1B-471E-A28F-89544C1F400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DE86-59D7-426E-BE6D-7DD15210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3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356D3C1-AD1B-471E-A28F-89544C1F400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4FDDE86-59D7-426E-BE6D-7DD15210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25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6D3C1-AD1B-471E-A28F-89544C1F400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DE86-59D7-426E-BE6D-7DD15210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6D3C1-AD1B-471E-A28F-89544C1F400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DE86-59D7-426E-BE6D-7DD15210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52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6D3C1-AD1B-471E-A28F-89544C1F400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DE86-59D7-426E-BE6D-7DD15210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333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6D3C1-AD1B-471E-A28F-89544C1F400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DE86-59D7-426E-BE6D-7DD15210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79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6D3C1-AD1B-471E-A28F-89544C1F400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DE86-59D7-426E-BE6D-7DD15210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50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6D3C1-AD1B-471E-A28F-89544C1F400F}" type="datetimeFigureOut">
              <a:rPr lang="en-US" smtClean="0"/>
              <a:t>7/11/2023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DE86-59D7-426E-BE6D-7DD15210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4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6D3C1-AD1B-471E-A28F-89544C1F400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DE86-59D7-426E-BE6D-7DD15210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70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6D3C1-AD1B-471E-A28F-89544C1F400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DE86-59D7-426E-BE6D-7DD15210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42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356D3C1-AD1B-471E-A28F-89544C1F400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4FDDE86-59D7-426E-BE6D-7DD15210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32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9139-1EF8-C7F6-CD7E-9D310E2EC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2998" y="1676667"/>
            <a:ext cx="9966960" cy="3035808"/>
          </a:xfrm>
        </p:spPr>
        <p:txBody>
          <a:bodyPr/>
          <a:lstStyle/>
          <a:p>
            <a:r>
              <a:rPr lang="en-US" dirty="0"/>
              <a:t>Create </a:t>
            </a:r>
            <a:r>
              <a:rPr lang="en-US" dirty="0" err="1"/>
              <a:t>usuario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166A5F-2E0E-B9AB-4914-1A66E8C81A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Kury Javith Centeno </a:t>
            </a:r>
            <a:r>
              <a:rPr lang="en-US" dirty="0" err="1"/>
              <a:t>Muci</a:t>
            </a:r>
            <a:r>
              <a:rPr lang="es-MX" dirty="0" err="1"/>
              <a:t>ño</a:t>
            </a:r>
            <a:endParaRPr lang="es-MX" dirty="0"/>
          </a:p>
          <a:p>
            <a:r>
              <a:rPr lang="es-MX" dirty="0"/>
              <a:t>3 TISDM G-1</a:t>
            </a:r>
          </a:p>
        </p:txBody>
      </p:sp>
    </p:spTree>
    <p:extLst>
      <p:ext uri="{BB962C8B-B14F-4D97-AF65-F5344CB8AC3E}">
        <p14:creationId xmlns:p14="http://schemas.microsoft.com/office/powerpoint/2010/main" val="3011731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D6B8-B872-026C-2290-41130AD9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/>
              <a:t>Paso 1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638EB7-B71B-75B6-403E-296ED4D84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086" y="643468"/>
            <a:ext cx="6751164" cy="34571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E7704-59A9-0DE8-448D-5462E7B64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/>
              <a:t>Abrir su base de datos</a:t>
            </a:r>
          </a:p>
          <a:p>
            <a:endParaRPr lang="en-US" sz="1400" b="1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7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83DEE-BE0B-3A18-2AD7-FC1BBED83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/>
              <a:t>Paso 2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590CB2-9392-7880-0CD1-15392BDB8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70" y="643468"/>
            <a:ext cx="4684595" cy="34571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F9820-7B35-CEE2-93C0-34D74740D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/>
              <a:t>Abrir la carpeta security</a:t>
            </a:r>
          </a:p>
          <a:p>
            <a:endParaRPr lang="en-US" sz="1400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348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CD7E1-914C-6769-28B3-D1661A498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Paso 3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0192E-2062-4ADE-3035-FD28A44B7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677" y="643468"/>
            <a:ext cx="3897981" cy="34571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26CCF-71D3-F275-E9F4-E4CF12192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 dirty="0" err="1"/>
              <a:t>Click</a:t>
            </a:r>
            <a:r>
              <a:rPr lang="es-MX" sz="1400" dirty="0"/>
              <a:t> derecho en </a:t>
            </a:r>
            <a:r>
              <a:rPr lang="es-MX" sz="1400" dirty="0" err="1"/>
              <a:t>Login</a:t>
            </a:r>
            <a:r>
              <a:rPr lang="es-MX" sz="1400" dirty="0"/>
              <a:t> y damos </a:t>
            </a:r>
            <a:r>
              <a:rPr lang="es-MX" sz="1400" dirty="0" err="1"/>
              <a:t>click</a:t>
            </a:r>
            <a:r>
              <a:rPr lang="es-MX" sz="1400" dirty="0"/>
              <a:t> en New </a:t>
            </a:r>
            <a:r>
              <a:rPr lang="es-MX" sz="1400" dirty="0" err="1"/>
              <a:t>Login</a:t>
            </a:r>
            <a:endParaRPr lang="es-MX" sz="1400" dirty="0"/>
          </a:p>
          <a:p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5859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642D0-25A0-DFAD-79A3-3E1841E9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Paso 4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7248D-9592-3CB7-3967-B1882E346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1343264"/>
            <a:ext cx="10037064" cy="205759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A03A4-D001-FA7B-796E-FED9CEBCD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 dirty="0"/>
              <a:t>Ponerle un nombre en </a:t>
            </a:r>
            <a:r>
              <a:rPr lang="es-MX" sz="1400" dirty="0" err="1"/>
              <a:t>Login</a:t>
            </a:r>
            <a:r>
              <a:rPr lang="es-MX" sz="1400" dirty="0"/>
              <a:t> </a:t>
            </a:r>
            <a:r>
              <a:rPr lang="es-MX" sz="1400" dirty="0" err="1"/>
              <a:t>name</a:t>
            </a:r>
            <a:endParaRPr lang="es-MX" sz="1400" dirty="0"/>
          </a:p>
          <a:p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58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41748-3CC4-F1F7-AD97-4DF72731C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Paso 5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DF4D3B-BD12-7CA1-BDE9-EBBA2053B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803772"/>
            <a:ext cx="10037064" cy="31365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0364B-3A8D-D634-E3DA-72DBE5E79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 dirty="0"/>
              <a:t>Seleccionar  SQL server y colocar una contraseña</a:t>
            </a:r>
          </a:p>
          <a:p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86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FC09-11F5-2624-CE87-3EDF3B2C1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Paso 6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8D3FAD-47E9-2222-A11B-A3D1C2A99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38" y="643468"/>
            <a:ext cx="7812860" cy="34571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F58C0-0C94-22C4-87AD-D8489CED5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 dirty="0"/>
              <a:t>Desmarcar las casillas </a:t>
            </a:r>
            <a:r>
              <a:rPr lang="es-MX" sz="1400" dirty="0" err="1"/>
              <a:t>Enforce</a:t>
            </a:r>
            <a:r>
              <a:rPr lang="es-MX" sz="1400" dirty="0"/>
              <a:t> </a:t>
            </a:r>
            <a:r>
              <a:rPr lang="es-MX" sz="1400" dirty="0" err="1"/>
              <a:t>password</a:t>
            </a:r>
            <a:r>
              <a:rPr lang="es-MX" sz="1400" dirty="0"/>
              <a:t> </a:t>
            </a:r>
            <a:r>
              <a:rPr lang="es-MX" sz="1400" dirty="0" err="1"/>
              <a:t>policy</a:t>
            </a:r>
            <a:endParaRPr lang="es-MX" sz="1400" dirty="0"/>
          </a:p>
          <a:p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44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7528-AA2F-235C-04D5-68C76018A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Paso 7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08A40-35BA-3E9D-E09A-86BEFFCA7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467" y="643468"/>
            <a:ext cx="3658401" cy="34571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AC5DD-824A-2FFD-DCA7-CE93FC8F5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1400" dirty="0"/>
              <a:t>Ir a  Server roles y Seleccionar la casilla </a:t>
            </a:r>
            <a:r>
              <a:rPr lang="es-MX" sz="1400" dirty="0" err="1"/>
              <a:t>Syadmin</a:t>
            </a:r>
            <a:endParaRPr lang="es-MX" sz="1400" dirty="0"/>
          </a:p>
          <a:p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53552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F232-B17A-CA26-1DD0-0CDDD096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Paso 8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0B1B4-D9C6-F89A-CC9C-34BA4B9C2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737" y="643468"/>
            <a:ext cx="3677861" cy="34571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5ABC7-747E-44A3-2EAB-405FC9D38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 dirty="0"/>
              <a:t>Ir a </a:t>
            </a:r>
            <a:r>
              <a:rPr lang="es-MX" sz="1400" dirty="0" err="1"/>
              <a:t>user</a:t>
            </a:r>
            <a:r>
              <a:rPr lang="es-MX" sz="1400" dirty="0"/>
              <a:t> </a:t>
            </a:r>
            <a:r>
              <a:rPr lang="es-MX" sz="1400" dirty="0" err="1"/>
              <a:t>mapping</a:t>
            </a:r>
            <a:r>
              <a:rPr lang="es-MX" sz="1400" dirty="0"/>
              <a:t> y seleccionar las bases de datos que va a tener permiso el usuario</a:t>
            </a:r>
          </a:p>
          <a:p>
            <a:r>
              <a:rPr lang="es-MX" sz="1400" dirty="0"/>
              <a:t>Habilitar todas las casillas de la parte de abajo</a:t>
            </a:r>
          </a:p>
          <a:p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6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E905-B66E-94D5-B108-CAF0C4B0C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Paso 9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5AC1A-9D4E-DCE9-3C02-E8B4A0B4A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621" y="643468"/>
            <a:ext cx="3620094" cy="34571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55E4A-7CDA-5F72-D1D6-C04FA990F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 dirty="0"/>
              <a:t>Ir a status y en el apartado de</a:t>
            </a:r>
            <a:r>
              <a:rPr lang="es-MX" sz="1400" b="1" dirty="0"/>
              <a:t> </a:t>
            </a:r>
            <a:r>
              <a:rPr lang="es-MX" sz="1400" b="1" dirty="0" err="1"/>
              <a:t>Login</a:t>
            </a:r>
            <a:r>
              <a:rPr lang="es-MX" sz="1400" b="1" dirty="0"/>
              <a:t> </a:t>
            </a:r>
            <a:r>
              <a:rPr lang="es-MX" sz="1400" dirty="0"/>
              <a:t>Marcar la casilla </a:t>
            </a:r>
            <a:r>
              <a:rPr lang="es-MX" sz="1400" dirty="0" err="1"/>
              <a:t>Enable</a:t>
            </a:r>
            <a:endParaRPr lang="es-MX" sz="1400" dirty="0"/>
          </a:p>
          <a:p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8526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39799-EF56-59DD-3F27-C119F17E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Paso 10</a:t>
            </a:r>
            <a:br>
              <a:rPr lang="es-MX" dirty="0"/>
            </a:b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8DC941-ABAA-DBF9-4176-A55D9BD81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621" y="643468"/>
            <a:ext cx="3620094" cy="34571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2C93-1567-EB46-496E-C5D3A449B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 dirty="0"/>
              <a:t>Darle en el botón </a:t>
            </a:r>
            <a:r>
              <a:rPr lang="es-MX" sz="1400" b="1" dirty="0"/>
              <a:t>OK</a:t>
            </a:r>
          </a:p>
          <a:p>
            <a:endParaRPr lang="en-US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66669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D60FF-BF23-6176-08AA-0BD40F15A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PASO 11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7F991A-2D3F-9BD9-83D3-287B5A640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945" y="239968"/>
            <a:ext cx="7038109" cy="395893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713E3-7C14-130B-3C33-7DF8941D7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 dirty="0"/>
              <a:t>Darle </a:t>
            </a:r>
            <a:r>
              <a:rPr lang="es-MX" sz="1400" dirty="0" err="1"/>
              <a:t>click</a:t>
            </a:r>
            <a:r>
              <a:rPr lang="es-MX" sz="1400" dirty="0"/>
              <a:t> derecho en tu base de datos y elegir la opción </a:t>
            </a:r>
            <a:r>
              <a:rPr lang="es-MX" sz="1400" dirty="0" err="1"/>
              <a:t>restart</a:t>
            </a:r>
            <a:endParaRPr lang="es-MX" sz="1400" dirty="0"/>
          </a:p>
          <a:p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18F4-5839-E3A7-F9A1-210FF6A69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Paso 12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62E899-243E-3B9A-A767-7569E95C65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3467" b="41866"/>
          <a:stretch/>
        </p:blipFill>
        <p:spPr>
          <a:xfrm>
            <a:off x="4417023" y="135468"/>
            <a:ext cx="3357954" cy="41384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E48FC-F458-F96E-8822-6AF0ADEE4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 dirty="0" err="1"/>
              <a:t>Darlle</a:t>
            </a:r>
            <a:r>
              <a:rPr lang="es-MX" sz="1400" dirty="0"/>
              <a:t> </a:t>
            </a:r>
            <a:r>
              <a:rPr lang="es-MX" sz="1400" dirty="0" err="1"/>
              <a:t>click</a:t>
            </a:r>
            <a:r>
              <a:rPr lang="es-MX" sz="1400" dirty="0"/>
              <a:t> em </a:t>
            </a:r>
            <a:r>
              <a:rPr lang="es-MX" sz="1400" dirty="0" err="1"/>
              <a:t>connect</a:t>
            </a:r>
            <a:r>
              <a:rPr lang="es-MX" sz="1400" dirty="0"/>
              <a:t> y elegir </a:t>
            </a:r>
            <a:r>
              <a:rPr lang="es-MX" sz="1400" b="1" dirty="0" err="1"/>
              <a:t>Database</a:t>
            </a:r>
            <a:r>
              <a:rPr lang="es-MX" sz="1400" b="1" dirty="0"/>
              <a:t> </a:t>
            </a:r>
            <a:r>
              <a:rPr lang="es-MX" sz="1400" b="1" dirty="0" err="1"/>
              <a:t>Engine</a:t>
            </a:r>
            <a:endParaRPr lang="es-MX" sz="1400" b="1" dirty="0"/>
          </a:p>
          <a:p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453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7125B-EEAB-538A-D9D6-A434FF3E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Paso 13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EEC26-387D-2D65-578B-9A67364B6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993" y="643468"/>
            <a:ext cx="5263349" cy="34571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2F9BF-EA0C-4FFE-52F5-E93215F34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 dirty="0"/>
              <a:t>En </a:t>
            </a:r>
            <a:r>
              <a:rPr lang="es-MX" sz="1400" dirty="0" err="1"/>
              <a:t>Authentication</a:t>
            </a:r>
            <a:r>
              <a:rPr lang="es-MX" sz="1400" dirty="0"/>
              <a:t>: elegimos SQL Server </a:t>
            </a:r>
            <a:r>
              <a:rPr lang="es-MX" sz="1400" dirty="0" err="1"/>
              <a:t>Authentication</a:t>
            </a:r>
            <a:r>
              <a:rPr lang="es-MX" sz="1400" dirty="0"/>
              <a:t>.</a:t>
            </a:r>
          </a:p>
          <a:p>
            <a:r>
              <a:rPr lang="es-MX" sz="1400" dirty="0"/>
              <a:t>En </a:t>
            </a:r>
            <a:r>
              <a:rPr lang="es-MX" sz="1400" dirty="0" err="1"/>
              <a:t>login</a:t>
            </a:r>
            <a:r>
              <a:rPr lang="es-MX" sz="1400" dirty="0"/>
              <a:t>: Poner el nombre de usuario que creaste.</a:t>
            </a:r>
          </a:p>
          <a:p>
            <a:r>
              <a:rPr lang="es-MX" sz="1400" dirty="0"/>
              <a:t>En </a:t>
            </a:r>
            <a:r>
              <a:rPr lang="es-MX" sz="1400" dirty="0" err="1"/>
              <a:t>Password</a:t>
            </a:r>
            <a:r>
              <a:rPr lang="es-MX" sz="1400" dirty="0"/>
              <a:t> Colocar la contraseña que colocaste.</a:t>
            </a:r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614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CE70-9558-AD68-A353-430AE4142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anchor="ctr">
            <a:normAutofit/>
          </a:bodyPr>
          <a:lstStyle/>
          <a:p>
            <a:pPr algn="r"/>
            <a:r>
              <a:rPr lang="es-MX" dirty="0"/>
              <a:t>Paso 14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BDB3E-F1A6-E77C-570A-ECDC794308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2355"/>
          <a:stretch/>
        </p:blipFill>
        <p:spPr>
          <a:xfrm>
            <a:off x="5094848" y="0"/>
            <a:ext cx="2906152" cy="425052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84FAE-11C1-5CFF-A808-62E8E8014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4511896"/>
            <a:ext cx="3703321" cy="1609345"/>
          </a:xfrm>
        </p:spPr>
        <p:txBody>
          <a:bodyPr anchor="ctr">
            <a:normAutofit/>
          </a:bodyPr>
          <a:lstStyle/>
          <a:p>
            <a:r>
              <a:rPr lang="es-MX" sz="1400" dirty="0"/>
              <a:t>Ya por último nos muestra nuestro usuario con las bases a las que tiene permisos.</a:t>
            </a:r>
          </a:p>
          <a:p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666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37</TotalTime>
  <Words>194</Words>
  <Application>Microsoft Office PowerPoint</Application>
  <PresentationFormat>Widescreen</PresentationFormat>
  <Paragraphs>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Rockwell</vt:lpstr>
      <vt:lpstr>Rockwell Condensed</vt:lpstr>
      <vt:lpstr>Wingdings</vt:lpstr>
      <vt:lpstr>Wood Type</vt:lpstr>
      <vt:lpstr>Create usuario</vt:lpstr>
      <vt:lpstr>Paso 1</vt:lpstr>
      <vt:lpstr>Paso 2</vt:lpstr>
      <vt:lpstr>Paso 3</vt:lpstr>
      <vt:lpstr>Paso 4</vt:lpstr>
      <vt:lpstr>Paso 5</vt:lpstr>
      <vt:lpstr>Paso 6</vt:lpstr>
      <vt:lpstr>Paso 7</vt:lpstr>
      <vt:lpstr>Paso 8</vt:lpstr>
      <vt:lpstr>Paso 9</vt:lpstr>
      <vt:lpstr>Paso 10 </vt:lpstr>
      <vt:lpstr>PASO 11</vt:lpstr>
      <vt:lpstr>Paso 12</vt:lpstr>
      <vt:lpstr>Paso 13</vt:lpstr>
      <vt:lpstr>Paso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usuario</dc:title>
  <dc:creator>Kury Javith Centeno</dc:creator>
  <cp:lastModifiedBy>Kury Javith Centeno</cp:lastModifiedBy>
  <cp:revision>1</cp:revision>
  <dcterms:created xsi:type="dcterms:W3CDTF">2023-07-11T21:13:50Z</dcterms:created>
  <dcterms:modified xsi:type="dcterms:W3CDTF">2023-07-11T21:50:56Z</dcterms:modified>
</cp:coreProperties>
</file>